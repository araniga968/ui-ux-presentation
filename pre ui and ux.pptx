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3788D14-54F5-459E-A0D4-93524FA7DB37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C31C682-4830-4ED1-8FA9-2FD0F869CB9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10905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88D14-54F5-459E-A0D4-93524FA7DB37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1C682-4830-4ED1-8FA9-2FD0F869CB9D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2497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03788D14-54F5-459E-A0D4-93524FA7DB37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3C31C682-4830-4ED1-8FA9-2FD0F869CB9D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48543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3788D14-54F5-459E-A0D4-93524FA7DB37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C31C682-4830-4ED1-8FA9-2FD0F869CB9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36404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3788D14-54F5-459E-A0D4-93524FA7DB37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C31C682-4830-4ED1-8FA9-2FD0F869CB9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73678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88D14-54F5-459E-A0D4-93524FA7DB37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1C682-4830-4ED1-8FA9-2FD0F869CB9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8564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03788D14-54F5-459E-A0D4-93524FA7DB37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1C682-4830-4ED1-8FA9-2FD0F869CB9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75532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03788D14-54F5-459E-A0D4-93524FA7DB37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1C682-4830-4ED1-8FA9-2FD0F869CB9D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9384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03788D14-54F5-459E-A0D4-93524FA7DB37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1C682-4830-4ED1-8FA9-2FD0F869CB9D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4023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03788D14-54F5-459E-A0D4-93524FA7DB37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1C682-4830-4ED1-8FA9-2FD0F869CB9D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2541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03788D14-54F5-459E-A0D4-93524FA7DB37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C31C682-4830-4ED1-8FA9-2FD0F869CB9D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6084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03788D14-54F5-459E-A0D4-93524FA7DB37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3C31C682-4830-4ED1-8FA9-2FD0F869CB9D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0721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03788D14-54F5-459E-A0D4-93524FA7DB37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3C31C682-4830-4ED1-8FA9-2FD0F869CB9D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37753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03788D14-54F5-459E-A0D4-93524FA7DB37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3C31C682-4830-4ED1-8FA9-2FD0F869CB9D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11774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3788D14-54F5-459E-A0D4-93524FA7DB37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C31C682-4830-4ED1-8FA9-2FD0F869CB9D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1739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03788D14-54F5-459E-A0D4-93524FA7DB37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3C31C682-4830-4ED1-8FA9-2FD0F869CB9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2125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3788D14-54F5-459E-A0D4-93524FA7DB37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C31C682-4830-4ED1-8FA9-2FD0F869CB9D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19419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03788D14-54F5-459E-A0D4-93524FA7DB37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3C31C682-4830-4ED1-8FA9-2FD0F869CB9D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5222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3788D14-54F5-459E-A0D4-93524FA7DB37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C31C682-4830-4ED1-8FA9-2FD0F869CB9D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8204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03788D14-54F5-459E-A0D4-93524FA7DB37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3C31C682-4830-4ED1-8FA9-2FD0F869CB9D}" type="slidenum">
              <a:rPr lang="en-IN" smtClean="0"/>
              <a:t>‹#›</a:t>
            </a:fld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97397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3788D14-54F5-459E-A0D4-93524FA7DB37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C31C682-4830-4ED1-8FA9-2FD0F869CB9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79167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88D14-54F5-459E-A0D4-93524FA7DB37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1C682-4830-4ED1-8FA9-2FD0F869CB9D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51594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88D14-54F5-459E-A0D4-93524FA7DB37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1C682-4830-4ED1-8FA9-2FD0F869CB9D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01606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88D14-54F5-459E-A0D4-93524FA7DB37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1C682-4830-4ED1-8FA9-2FD0F869C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5475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88D14-54F5-459E-A0D4-93524FA7DB37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1C682-4830-4ED1-8FA9-2FD0F869C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4653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3788D14-54F5-459E-A0D4-93524FA7DB37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C31C682-4830-4ED1-8FA9-2FD0F869CB9D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4235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03788D14-54F5-459E-A0D4-93524FA7DB37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1C682-4830-4ED1-8FA9-2FD0F869CB9D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1289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03788D14-54F5-459E-A0D4-93524FA7DB37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3C31C682-4830-4ED1-8FA9-2FD0F869CB9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2069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  <p:sldLayoutId id="2147483792" r:id="rId19"/>
    <p:sldLayoutId id="2147483793" r:id="rId20"/>
    <p:sldLayoutId id="2147483794" r:id="rId21"/>
    <p:sldLayoutId id="2147483795" r:id="rId22"/>
    <p:sldLayoutId id="2147483796" r:id="rId23"/>
    <p:sldLayoutId id="2147483797" r:id="rId24"/>
    <p:sldLayoutId id="2147483798" r:id="rId25"/>
    <p:sldLayoutId id="2147483799" r:id="rId26"/>
    <p:sldLayoutId id="2147483800" r:id="rId27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7592B-53AB-0F5C-0DCF-E02D1AE4EB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UI / UX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AD117D-41B3-F8F3-4FC8-BB90DE1664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2812026"/>
            <a:ext cx="11515277" cy="3168150"/>
          </a:xfrm>
        </p:spPr>
        <p:txBody>
          <a:bodyPr>
            <a:normAutofit/>
          </a:bodyPr>
          <a:lstStyle/>
          <a:p>
            <a:r>
              <a:rPr lang="en-US" dirty="0"/>
              <a:t>Presented by,</a:t>
            </a:r>
          </a:p>
          <a:p>
            <a:r>
              <a:rPr lang="en-US" dirty="0"/>
              <a:t>Araniga S.M</a:t>
            </a:r>
          </a:p>
          <a:p>
            <a:r>
              <a:rPr lang="en-US" dirty="0"/>
              <a:t>Roll No : 08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80992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0BEBE-951D-35F3-062E-D26E9B359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ui</a:t>
            </a:r>
            <a:r>
              <a:rPr lang="en-US" dirty="0"/>
              <a:t> 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5052E-BA8F-316B-9634-15071B324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UI stands for User Interface</a:t>
            </a:r>
          </a:p>
          <a:p>
            <a:r>
              <a:rPr lang="en-US" dirty="0">
                <a:highlight>
                  <a:srgbClr val="808080"/>
                </a:highlight>
              </a:rPr>
              <a:t>UI means what the user looks and feel while using an app</a:t>
            </a:r>
          </a:p>
          <a:p>
            <a:r>
              <a:rPr lang="en-US" b="1" dirty="0"/>
              <a:t>Example:</a:t>
            </a:r>
          </a:p>
          <a:p>
            <a:r>
              <a:rPr lang="en-US" dirty="0"/>
              <a:t>Icons</a:t>
            </a:r>
          </a:p>
          <a:p>
            <a:r>
              <a:rPr lang="en-US" dirty="0"/>
              <a:t>Buttons</a:t>
            </a:r>
          </a:p>
          <a:p>
            <a:r>
              <a:rPr lang="en-US" dirty="0"/>
              <a:t>Texts</a:t>
            </a:r>
          </a:p>
          <a:p>
            <a:r>
              <a:rPr lang="en-US" dirty="0" err="1"/>
              <a:t>Colours</a:t>
            </a:r>
            <a:endParaRPr lang="en-US" dirty="0"/>
          </a:p>
          <a:p>
            <a:r>
              <a:rPr lang="en-US" dirty="0"/>
              <a:t>Images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102591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D49E2-B471-2CC0-AE64-B3EC089EE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example : </a:t>
            </a:r>
            <a:r>
              <a:rPr lang="en-US" dirty="0" err="1"/>
              <a:t>YOutube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A973F-3A67-7ED3-A828-CABC71E68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The following are the UI of YouTube:</a:t>
            </a:r>
          </a:p>
          <a:p>
            <a:r>
              <a:rPr lang="en-US" dirty="0"/>
              <a:t>Search icon</a:t>
            </a:r>
          </a:p>
          <a:p>
            <a:r>
              <a:rPr lang="en-US" dirty="0"/>
              <a:t>Bell icon</a:t>
            </a:r>
          </a:p>
          <a:p>
            <a:r>
              <a:rPr lang="en-US" dirty="0" err="1"/>
              <a:t>Youtube</a:t>
            </a:r>
            <a:r>
              <a:rPr lang="en-US" dirty="0"/>
              <a:t> logo</a:t>
            </a:r>
          </a:p>
          <a:p>
            <a:r>
              <a:rPr lang="en-US" dirty="0"/>
              <a:t>Navigation bar</a:t>
            </a:r>
          </a:p>
          <a:p>
            <a:r>
              <a:rPr lang="en-US" dirty="0"/>
              <a:t>Buttons [Like, Comment, Share </a:t>
            </a:r>
            <a:r>
              <a:rPr lang="en-US" dirty="0" err="1"/>
              <a:t>etc</a:t>
            </a:r>
            <a:r>
              <a:rPr lang="en-US" dirty="0"/>
              <a:t> ….]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2568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08D75-8794-559F-7A1C-25F1275E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ux</a:t>
            </a:r>
            <a:r>
              <a:rPr lang="en-US" dirty="0"/>
              <a:t>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EFDAC-230C-613C-35DA-DC0EF769B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808000"/>
                </a:highlight>
              </a:rPr>
              <a:t>UX stands for User Experience</a:t>
            </a:r>
          </a:p>
          <a:p>
            <a:r>
              <a:rPr lang="en-US" dirty="0">
                <a:highlight>
                  <a:srgbClr val="008000"/>
                </a:highlight>
              </a:rPr>
              <a:t>UX means what a user experience while using an app</a:t>
            </a:r>
          </a:p>
          <a:p>
            <a:r>
              <a:rPr lang="en-US" b="1" dirty="0"/>
              <a:t>Example:</a:t>
            </a:r>
          </a:p>
          <a:p>
            <a:r>
              <a:rPr lang="en-US" dirty="0"/>
              <a:t>Is it good to use?</a:t>
            </a:r>
          </a:p>
          <a:p>
            <a:r>
              <a:rPr lang="en-US" dirty="0"/>
              <a:t>Is it simple?</a:t>
            </a:r>
          </a:p>
          <a:p>
            <a:r>
              <a:rPr lang="en-US" dirty="0"/>
              <a:t>Is it easy to find?</a:t>
            </a:r>
          </a:p>
          <a:p>
            <a:r>
              <a:rPr lang="en-US" dirty="0"/>
              <a:t>Can the user understand?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4013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68805-FA65-5417-120B-80E47A0A8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Ux</a:t>
            </a:r>
            <a:r>
              <a:rPr lang="en-US" dirty="0"/>
              <a:t> example : watching a movie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8024E-128C-7849-3EB6-174BF0D83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For example :  To watch a movie</a:t>
            </a:r>
          </a:p>
          <a:p>
            <a:r>
              <a:rPr lang="en-US" dirty="0"/>
              <a:t>Open the app</a:t>
            </a:r>
          </a:p>
          <a:p>
            <a:r>
              <a:rPr lang="en-US" dirty="0"/>
              <a:t>Search for the movie to watch</a:t>
            </a:r>
          </a:p>
          <a:p>
            <a:r>
              <a:rPr lang="en-US" dirty="0"/>
              <a:t>Select the movie </a:t>
            </a:r>
          </a:p>
          <a:p>
            <a:r>
              <a:rPr lang="en-US" dirty="0"/>
              <a:t>Can comment about the movie</a:t>
            </a:r>
          </a:p>
          <a:p>
            <a:r>
              <a:rPr lang="en-US" dirty="0"/>
              <a:t>Can share it with anyone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91321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080C1-B9D2-9023-5C6F-6115B5DAF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/ </a:t>
            </a:r>
            <a:r>
              <a:rPr lang="en-US" dirty="0" err="1"/>
              <a:t>ux</a:t>
            </a:r>
            <a:r>
              <a:rPr lang="en-US" dirty="0"/>
              <a:t> - difference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B3488AA-E50E-BFB8-55D1-AEB7152673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2777651"/>
              </p:ext>
            </p:extLst>
          </p:nvPr>
        </p:nvGraphicFramePr>
        <p:xfrm>
          <a:off x="320675" y="2139950"/>
          <a:ext cx="11253788" cy="37102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6894">
                  <a:extLst>
                    <a:ext uri="{9D8B030D-6E8A-4147-A177-3AD203B41FA5}">
                      <a16:colId xmlns:a16="http://schemas.microsoft.com/office/drawing/2014/main" val="1955192177"/>
                    </a:ext>
                  </a:extLst>
                </a:gridCol>
                <a:gridCol w="5626894">
                  <a:extLst>
                    <a:ext uri="{9D8B030D-6E8A-4147-A177-3AD203B41FA5}">
                      <a16:colId xmlns:a16="http://schemas.microsoft.com/office/drawing/2014/main" val="803758800"/>
                    </a:ext>
                  </a:extLst>
                </a:gridCol>
              </a:tblGrid>
              <a:tr h="5300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UX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9219778"/>
                  </a:ext>
                </a:extLst>
              </a:tr>
              <a:tr h="5300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User Interface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User Experience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7746510"/>
                  </a:ext>
                </a:extLst>
              </a:tr>
              <a:tr h="5300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Visual Design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Overall Experience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373792"/>
                  </a:ext>
                </a:extLst>
              </a:tr>
              <a:tr h="5300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Buttons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User Satisfaction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929958"/>
                  </a:ext>
                </a:extLst>
              </a:tr>
              <a:tr h="5300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Make screen attractive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Makes app useful and easy to use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465720"/>
                  </a:ext>
                </a:extLst>
              </a:tr>
              <a:tr h="5300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Images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User trust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125800"/>
                  </a:ext>
                </a:extLst>
              </a:tr>
              <a:tr h="5300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Layout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Research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515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3503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AA517-00FC-013A-D6DA-F90635DF3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/ </a:t>
            </a:r>
            <a:r>
              <a:rPr lang="en-US" dirty="0" err="1"/>
              <a:t>ux</a:t>
            </a:r>
            <a:r>
              <a:rPr lang="en-US" dirty="0"/>
              <a:t> </a:t>
            </a:r>
            <a:r>
              <a:rPr lang="en-US"/>
              <a:t>- example</a:t>
            </a:r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DD34A8-53E8-A09C-0FD4-EEF5A7C376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1625" y="1977502"/>
            <a:ext cx="6528619" cy="4880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16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1D478-4108-8891-6B26-4337F9667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-127818"/>
            <a:ext cx="11253668" cy="3755922"/>
          </a:xfrm>
        </p:spPr>
        <p:txBody>
          <a:bodyPr/>
          <a:lstStyle/>
          <a:p>
            <a:pPr algn="ctr"/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54476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53</TotalTime>
  <Words>189</Words>
  <Application>Microsoft Office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Haettenschweiler</vt:lpstr>
      <vt:lpstr>Trade Gothic Next Light</vt:lpstr>
      <vt:lpstr>Editorial</vt:lpstr>
      <vt:lpstr>UI / UX </vt:lpstr>
      <vt:lpstr>What is ui ?</vt:lpstr>
      <vt:lpstr>UI example : YOutube</vt:lpstr>
      <vt:lpstr>What is ux?</vt:lpstr>
      <vt:lpstr>Ux example : watching a movie</vt:lpstr>
      <vt:lpstr>UI / ux - difference</vt:lpstr>
      <vt:lpstr>Ui / ux - example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araniga araniga</dc:creator>
  <cp:lastModifiedBy>araniga araniga</cp:lastModifiedBy>
  <cp:revision>3</cp:revision>
  <dcterms:created xsi:type="dcterms:W3CDTF">2026-09-26T15:00:52Z</dcterms:created>
  <dcterms:modified xsi:type="dcterms:W3CDTF">2026-09-27T15:30:19Z</dcterms:modified>
</cp:coreProperties>
</file>